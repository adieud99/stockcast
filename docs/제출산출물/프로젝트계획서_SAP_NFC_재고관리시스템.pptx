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: SAP 백오피스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NFC 재고관리·수요예측 시스템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NFC로 실물 재고를 추적하고, 데이터로 수요·발주를 예측한다 (AWS 프리 티어 기반) -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32918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3291840"/>
            <a:ext cx="109728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김연동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3749040"/>
            <a:ext cx="109728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2026-05-22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4206240"/>
            <a:ext cx="109728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4206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</a:t>
            </a:r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프로젝트 주제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700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제약사항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956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핵심 기능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3682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</a:t>
            </a:r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/ 차별화 포인트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24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NFC→SAP→예측 처리 흐름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5개 분야 융합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</a:t>
            </a:r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</a:t>
            </a:r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일정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</a:t>
            </a:r>
            <a:pPr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환경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프로젝트 개요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프로젝트 주제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NFC 태그로 실물 재고의 입출고를 자동 기록해 SAP 기반 재고 데이터(SAP MM 모듈 구조 차용)를 실시간 갱신하고, 외부 데이터(날씨·공휴일)와 결합해 수요를 예측하여 안전재고·발주 시점 등 백오피스 운영 의사결정을 지원하는 AWS 프리 티어 기반 시스템. 데이터 입력의 자동화(NFC)부터 예측·재고 최적화·시각화까지 백오피스 전 과정을 통합한다.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제약사항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ERP는 SAP 기반(SAP MM 자재관리 모듈 구조 차용), 라이선스 한계상 샘플 데이터로 구현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인식은 NFC 태그 스캔(입출고 자동 기록)을 메인으로 구현, BLE 비콘은 확장 과제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데이터는 공공 API(기상청 날씨, 공휴일 등) 및 공개 데이터셋으로 한정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19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시스템은 AWS 프리 티어 + 오픈소스 + 로컬 LLM으로 구성, 유료 과금 배제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124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 3개월(12주), 주 10시간 기준 — 5개 영역을 고르게 구현하는 통합형 PoC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프로젝트 개요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주요 핵심 기능 (8가지)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NFC 재고 입출고 자동 기록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" y="15270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재고에 부착된 NFC 태그를 스캔하면 입출고가 자동 기록되어 수기 입력 없이 재고 갱신.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기반 재고 관리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73168" y="15270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MM(자재관리) 모듈 구조를 차용한 자재 마스터·재고 테이블 설계로 실무형 데이터 모델 구현.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수집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41401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날씨, 공휴일 등 공공 API를 정기 수집(EventBridge)해 수요 영향 변수로 통합.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121408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예측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241401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변수와 출고 실적을 다중회귀로 분석해 품목별 수요 예측. 예: 한파 → 난방용품 수요↑.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54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재고·발주 실무 로직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3009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안전재고(Safety Stock)·재주문점(ROP) 계산으로 결품 방지 + 적정 발주량·시점 산출.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008376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0540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 KPI 대시보드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33009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회전율, 결품률 등 핵심 지표를 React로 시각화·모니터링.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895344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의사결정 지원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41879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예측·재고 결과를 로컬 LLM(Ollama)으로 자연어 요약. 발주 권장·결품 경고. 비용 0.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895344"/>
            <a:ext cx="411480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배포 + IaC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41879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프리 티어(EC2·RDS)에 배포, Terraform·GitHub Actions로 인프라 코드화·자동 배포.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분석 / 차별화 포인트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전체 처리 흐름 (NFC → SAP → 예측 → 발주)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50876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NFC 스캔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기록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5087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84832" y="1280160"/>
            <a:ext cx="150876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3258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재고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84832" y="16276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93592" y="15087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03904" y="1280160"/>
            <a:ext cx="1508760" cy="914400"/>
          </a:xfrm>
          <a:prstGeom prst="rect">
            <a:avLst/>
          </a:prstGeom>
          <a:solidFill>
            <a:srgbClr val="333333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03904" y="13258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03904" y="16276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외부변수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12664" y="15087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22976" y="1280160"/>
            <a:ext cx="150876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2976" y="13258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재고·발주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22976" y="16276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안전재고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31736" y="15087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42048" y="1280160"/>
            <a:ext cx="1508760" cy="914400"/>
          </a:xfrm>
          <a:prstGeom prst="rect">
            <a:avLst/>
          </a:prstGeom>
          <a:solidFill>
            <a:srgbClr val="F0F0F0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13258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42048" y="16276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요약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468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백오피스 의사결정 지원 예시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8412480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88036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재고·발주 의사결정 지원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결과: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 5도 하락 시 난방용품 출고량 평균 23% 상승 (상관계수 0.81).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예측: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한파 예보(-8도) → 난방용품 수요 급증, 현 재고로는 결품 위험.
</a:t>
            </a:r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권장 조치 (백오피스):
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1) 난방용품 재고 선제 확보 (현 재고 3일분 → 7일분 발주 권장)
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2) 관련 품목 발주 우선순위 상향, 결품률 목표 2% 이내 관리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분석 / 차별화 포인트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융합 역량 (5개 분야를 고르게 결합)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55448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 · SAP/ERP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SAP MM 모듈 구조 차용 재고 모델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NFC 입출고 자동 기록 연계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재고·발주 등 내부 운영 업무 대상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155448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재고 회전율 → 운전자본 절감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결품률·서비스수준 관리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안전재고·재주문점 실무 로직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55448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(AWS 프리 티어)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수집·저장 파이프라인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외부 API 정기 수집 자동화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IaC(Terraform) + CI/CD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14800" cy="155448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· AI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외부변수 × 출고 다중회귀 예측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로컬 LLM(Ollama) 결과 해석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794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KPI 시각화 대시보드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시스템 아키텍처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solidFill>
            <a:srgbClr val="E8E8E8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: NFC 태그 스캔(입출고)  +  SAP 재고 DB  +  외부 공공 API (날씨·공휴일)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solidFill>
            <a:srgbClr val="F0F0F0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레이어 : NFC 리더(Web NFC) → API  +  Lambda(외부 수집) + EventBridge  [프리 티어]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411480"/>
          </a:xfrm>
          <a:prstGeom prst="rect">
            <a:avLst/>
          </a:prstGeom>
          <a:solidFill>
            <a:srgbClr val="F0F0F0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20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레이어 : RDS PostgreSQL db.t3.micro (통합 데이터)  +  S3  [프리 티어]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분석 레이어 : 수요예측(다중회귀) + 재고로직(안전재고·ROP)  →  발주 권장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solidFill>
            <a:srgbClr val="F0F0F0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해석 : 로컬 LLM (Ollama, EC2 t2.micro) — 분석 결과 자연어 요약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411480"/>
          </a:xfrm>
          <a:prstGeom prst="rect">
            <a:avLst/>
          </a:prstGeom>
          <a:solidFill>
            <a:srgbClr val="F0F0F0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74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레이어 : React 백오피스 KPI 대시보드  +  SNS 알림 (프리 티어)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관리 / 운영 레이어 (전 구간 적용)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3159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Terraform (IaC)  |  GitHub Actions (CI/CD, 무료)  |  CloudWatch (모니터링)  |  IAM (보안)  |  EventBridge (스케줄링)  ·  전체 프리 티어 구성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프로젝트 일정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/ 주차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77440" y="914400"/>
            <a:ext cx="1124712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914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02152" y="914400"/>
            <a:ext cx="1124712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914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3-4주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124712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914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5-6주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51576" y="914400"/>
            <a:ext cx="1124712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51576" y="914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76288" y="914400"/>
            <a:ext cx="1124712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914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8-9주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914400"/>
            <a:ext cx="77724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9144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10주~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280160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280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/ AWS 인프라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1280160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02152" y="128016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28016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51576" y="128016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128016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1280160"/>
            <a:ext cx="777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627632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재고 모델 / NFC 연동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0" y="162763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02152" y="1627632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1627632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51576" y="162763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6288" y="162763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1627632"/>
            <a:ext cx="777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1975104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9751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수집 자동화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77440" y="1975104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02152" y="1975104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975104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51576" y="1975104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76288" y="1975104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01000" y="1975104"/>
            <a:ext cx="777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2322576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322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(다중회귀)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77440" y="2322576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02152" y="2322576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6864" y="2322576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51576" y="2322576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76288" y="2322576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2322576"/>
            <a:ext cx="777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2670048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26700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재고·발주 로직 (안전재고·ROP)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77440" y="2670048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02152" y="2670048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6864" y="2670048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751576" y="2670048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76288" y="2670048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2670048"/>
            <a:ext cx="777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3017520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대시보드 + AI 해석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377440" y="301752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02152" y="301752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26864" y="301752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51576" y="3017520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76288" y="3017520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01000" y="3017520"/>
            <a:ext cx="7772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3364992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3364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테스트 / 문서화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377440" y="336499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502152" y="336499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26864" y="336499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51576" y="336499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76288" y="3364992"/>
            <a:ext cx="112471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01000" y="3364992"/>
            <a:ext cx="777240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5760" y="3712464"/>
            <a:ext cx="2011680" cy="347472"/>
          </a:xfrm>
          <a:prstGeom prst="rect">
            <a:avLst/>
          </a:prstGeom>
          <a:solidFill>
            <a:srgbClr val="F0F0F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37124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IaC / CI/CD (전 구간)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377440" y="3712464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02152" y="3712464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26864" y="3712464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51576" y="3712464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876288" y="3712464"/>
            <a:ext cx="1124712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01000" y="3712464"/>
            <a:ext cx="777240" cy="347472"/>
          </a:xfrm>
          <a:prstGeom prst="rect">
            <a:avLst/>
          </a:prstGeom>
          <a:solidFill>
            <a:srgbClr val="555555"/>
          </a:solidFill>
          <a:ln w="9525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프로젝트 환경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/ 인프라 (프리 티어)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EC2 t2.micro, RDS db.t3.micro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Lambda, S3, EventBridge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CloudWatch, IAM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IaC / CI/CD (무료)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Terraform – 인프라 코드화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– 자동 배포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– 분석 엔진 컨테이너화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 / AI (오픈소스)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0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(pandas, scikit-learn)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수요예측 – statsmodels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– 로컬 LLM 해석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/ 스토리지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(RDS) – 통합 데이터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– 원천 데이터 저장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447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공공 API 연동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/ 입력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9184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Recharts – 대시보드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NFC API – 태그 스캔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3447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SNS – 알림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 (무료)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2648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MM 구조 차용 재고 데이터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NFC 태그 입출고 기록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3447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기상청 날씨·공휴일 API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개발 환경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OS: Ubuntu 22.04 LTS  |  IDE: VS Code  |  형상관리: GitHub  |  협업: Notion / Jira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백오피스 NFC 재고관리·수요예측 시스템</dc:title>
  <dc:subject>PptxGenJS Presentation</dc:subject>
  <dc:creator>PptxGenJS</dc:creator>
  <cp:lastModifiedBy>PptxGenJS</cp:lastModifiedBy>
  <cp:revision>1</cp:revision>
  <dcterms:created xsi:type="dcterms:W3CDTF">2026-06-02T08:09:31Z</dcterms:created>
  <dcterms:modified xsi:type="dcterms:W3CDTF">2026-06-02T08:09:31Z</dcterms:modified>
</cp:coreProperties>
</file>